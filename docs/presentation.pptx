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LangGraph facilitates building stateful multi-agent 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why interrupts are critical in compliance-sensitive tasks like finance or health.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37160" cy="5943600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F2937"/>
                </a:solidFill>
                <a:latin typeface="Inter"/>
              </a:defRPr>
            </a:pPr>
            <a:r>
              <a:t>LangGraph Financial Agent Masterclass</a:t>
            </a:r>
          </a:p>
          <a:p>
            <a:pPr>
              <a:spcBef>
                <a:spcPts val="2000"/>
              </a:spcBef>
              <a:defRPr sz="2200">
                <a:solidFill>
                  <a:srgbClr val="6B7280"/>
                </a:solidFill>
                <a:latin typeface="Inter"/>
              </a:defRPr>
            </a:pPr>
            <a:r>
              <a:t>State management, human-in-the-loop, and SQLite checkpointer execution</a:t>
            </a:r>
          </a:p>
          <a:p>
            <a:pPr>
              <a:spcBef>
                <a:spcPts val="4000"/>
              </a:spcBef>
              <a:defRPr sz="1200">
                <a:solidFill>
                  <a:srgbClr val="14B8A6"/>
                </a:solidFill>
                <a:latin typeface="Inter"/>
              </a:defRPr>
            </a:pPr>
            <a:r>
              <a:t>Edureka AI Trainer Demo Portfolio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Inter"/>
              </a:defRPr>
            </a:pPr>
            <a:r>
              <a:t>LangGraph Core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  <a:latin typeface="Inter"/>
              </a:defRPr>
            </a:pPr>
            <a:r>
              <a:t>LangGraph is an extension of LangChain designed to build cyclic state graphs.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  <a:latin typeface="Inter"/>
              </a:defRPr>
            </a:pPr>
            <a:r>
              <a:t>Nodes represent execution tasks (Python functions, API calls, or LLM invoke steps).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  <a:latin typeface="Inter"/>
              </a:defRPr>
            </a:pPr>
            <a:r>
              <a:t>Edges define state routing paths based on logic or conditions.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  <a:latin typeface="Inter"/>
              </a:defRPr>
            </a:pPr>
            <a:r>
              <a:t>SQLite Checkpointers store state history locally, enabling robust memory sessions.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108200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Inter"/>
              </a:defRPr>
            </a:pPr>
            <a:r>
              <a:t>Edureka Corporate Training | 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937"/>
                </a:solidFill>
                <a:latin typeface="Inter"/>
              </a:defRPr>
            </a:pPr>
            <a:r>
              <a:t>State, Reducers, and Interventions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0820095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  <a:latin typeface="Inter"/>
              </a:defRPr>
            </a:pPr>
            <a:r>
              <a:t>State preserves context and parameters across nodes.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  <a:latin typeface="Inter"/>
              </a:defRPr>
            </a:pPr>
            <a:r>
              <a:t>Reducers merge node outputs into current state variables without overriding.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  <a:latin typeface="Inter"/>
              </a:defRPr>
            </a:pPr>
            <a:r>
              <a:t>Interrupts pause graph execution before specific nodes (Human-in-the-Loop approval loops).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108200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280"/>
                </a:solidFill>
                <a:latin typeface="Inter"/>
              </a:defRPr>
            </a:pPr>
            <a:r>
              <a:t>Edureka Corporate Training | 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